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56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529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76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75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4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4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7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42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19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03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6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3825"/>
            <a:ext cx="6858000" cy="3047999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Exhaustive Analysis of Indian Agriculture Sector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905249"/>
            <a:ext cx="6858000" cy="1287463"/>
          </a:xfrm>
        </p:spPr>
        <p:txBody>
          <a:bodyPr>
            <a:normAutofit fontScale="92500"/>
          </a:bodyPr>
          <a:lstStyle/>
          <a:p>
            <a:r>
              <a:rPr dirty="0"/>
              <a:t>A Data</a:t>
            </a:r>
            <a:r>
              <a:rPr lang="en-IN" dirty="0"/>
              <a:t> </a:t>
            </a:r>
            <a:r>
              <a:rPr dirty="0"/>
              <a:t>Driven Exploration of Crop Production Trends in India</a:t>
            </a:r>
          </a:p>
          <a:p>
            <a:endParaRPr dirty="0"/>
          </a:p>
          <a:p>
            <a:r>
              <a:rPr dirty="0"/>
              <a:t>Presented by </a:t>
            </a:r>
            <a:r>
              <a:rPr lang="en-IN" dirty="0"/>
              <a:t>Ankamma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D0460-AED9-4F04-9D07-C2AE4120B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63B81-81E9-4A0D-B016-606F12AF5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/>
              <a:t>Objectives</a:t>
            </a:r>
          </a:p>
          <a:p>
            <a:r>
              <a:rPr lang="en-IN" dirty="0"/>
              <a:t>Key Performance Indicators</a:t>
            </a:r>
          </a:p>
          <a:p>
            <a:r>
              <a:rPr lang="en-IN" dirty="0"/>
              <a:t>Data Dictionary</a:t>
            </a:r>
          </a:p>
          <a:p>
            <a:r>
              <a:rPr lang="en-IN" dirty="0"/>
              <a:t>Project Roadmap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52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0650" y="804521"/>
            <a:ext cx="6624185" cy="1024279"/>
          </a:xfrm>
        </p:spPr>
        <p:txBody>
          <a:bodyPr/>
          <a:lstStyle/>
          <a:p>
            <a:r>
              <a:rPr lang="en-IN" dirty="0"/>
              <a:t>             </a:t>
            </a:r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0675"/>
            <a:ext cx="8229600" cy="4535488"/>
          </a:xfrm>
        </p:spPr>
        <p:txBody>
          <a:bodyPr wrap="square">
            <a:normAutofit/>
          </a:bodyPr>
          <a:lstStyle/>
          <a:p>
            <a:endParaRPr dirty="0"/>
          </a:p>
          <a:p>
            <a:pPr lvl="2"/>
            <a:r>
              <a:rPr sz="1800" dirty="0"/>
              <a:t>Dataset: Indian Agricultural Crops Dataset with 73,827 records.</a:t>
            </a:r>
          </a:p>
          <a:p>
            <a:pPr lvl="2"/>
            <a:r>
              <a:rPr sz="1800" dirty="0"/>
              <a:t>Attributes: State_</a:t>
            </a:r>
            <a:r>
              <a:rPr lang="en-IN" sz="1800" dirty="0"/>
              <a:t>N</a:t>
            </a:r>
            <a:r>
              <a:rPr sz="1800" dirty="0"/>
              <a:t>am</a:t>
            </a:r>
            <a:r>
              <a:rPr lang="en-IN" sz="1800" dirty="0"/>
              <a:t>e</a:t>
            </a:r>
            <a:r>
              <a:rPr sz="1800" dirty="0"/>
              <a:t>, </a:t>
            </a:r>
            <a:r>
              <a:rPr lang="en-IN" sz="1800" dirty="0"/>
              <a:t> </a:t>
            </a:r>
            <a:r>
              <a:rPr sz="1800" dirty="0"/>
              <a:t>District</a:t>
            </a:r>
            <a:r>
              <a:rPr lang="en-IN" sz="1800" dirty="0"/>
              <a:t>_</a:t>
            </a:r>
            <a:r>
              <a:rPr sz="1800" dirty="0"/>
              <a:t>Name, Crop </a:t>
            </a:r>
            <a:r>
              <a:rPr lang="en-IN" sz="1800" dirty="0"/>
              <a:t>_</a:t>
            </a:r>
            <a:r>
              <a:rPr sz="1800" dirty="0"/>
              <a:t>ear, Season, Crop, Area, and Production.</a:t>
            </a:r>
          </a:p>
          <a:p>
            <a:pPr lvl="2"/>
            <a:r>
              <a:rPr sz="1800" dirty="0"/>
              <a:t>Goal: Uncover key trends, productivity insights, and high-performing states and crops.</a:t>
            </a:r>
          </a:p>
          <a:p>
            <a:pPr lvl="2"/>
            <a:r>
              <a:rPr sz="1800" dirty="0"/>
              <a:t>Why this dataset? Agriculture contributes over 18% to India’s GDP and provides real-world insight.</a:t>
            </a:r>
            <a:endParaRPr lang="en-IN" sz="18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</a:t>
            </a:r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7350"/>
            <a:ext cx="8229600" cy="4468814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endParaRPr dirty="0"/>
          </a:p>
          <a:p>
            <a:pPr lvl="2"/>
            <a:r>
              <a:rPr sz="1800" dirty="0"/>
              <a:t>Analyze crop production trends by region, crop, and season.</a:t>
            </a:r>
          </a:p>
          <a:p>
            <a:pPr lvl="2"/>
            <a:r>
              <a:rPr sz="1800" dirty="0"/>
              <a:t>Identify top-performing crops and high-yield states.</a:t>
            </a:r>
          </a:p>
          <a:p>
            <a:pPr lvl="2"/>
            <a:r>
              <a:rPr sz="1800" dirty="0"/>
              <a:t>Visualize production and area relationships using Power BI.</a:t>
            </a:r>
          </a:p>
          <a:p>
            <a:pPr lvl="2"/>
            <a:r>
              <a:rPr sz="1800" dirty="0"/>
              <a:t>Develop interactive dashboards for data</a:t>
            </a:r>
            <a:r>
              <a:rPr lang="en-IN" sz="1800" dirty="0"/>
              <a:t> </a:t>
            </a:r>
            <a:r>
              <a:rPr sz="1800" dirty="0"/>
              <a:t>driven decisions.</a:t>
            </a:r>
          </a:p>
          <a:p>
            <a:pPr lvl="2"/>
            <a:r>
              <a:rPr sz="1800" dirty="0"/>
              <a:t>Support policymakers and researchers through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952499"/>
            <a:ext cx="6571343" cy="876301"/>
          </a:xfrm>
        </p:spPr>
        <p:txBody>
          <a:bodyPr>
            <a:normAutofit/>
          </a:bodyPr>
          <a:lstStyle/>
          <a:p>
            <a:r>
              <a:rPr dirty="0"/>
              <a:t>Key Performance Indicators</a:t>
            </a:r>
            <a:r>
              <a:rPr lang="en-IN" dirty="0"/>
              <a:t>      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500"/>
            <a:ext cx="8229600" cy="4411663"/>
          </a:xfrm>
        </p:spPr>
        <p:txBody>
          <a:bodyPr wrap="square">
            <a:normAutofit/>
          </a:bodyPr>
          <a:lstStyle/>
          <a:p>
            <a:endParaRPr lang="en-IN" dirty="0"/>
          </a:p>
          <a:p>
            <a:pPr lvl="3"/>
            <a:r>
              <a:rPr lang="en-US" sz="1800" dirty="0"/>
              <a:t>Total Production: Total crop yield across regions and years.</a:t>
            </a:r>
          </a:p>
          <a:p>
            <a:pPr lvl="3"/>
            <a:r>
              <a:rPr lang="en-US" sz="1800" dirty="0"/>
              <a:t>Total Cultivated Area: Total agricultural land used for cultivation.</a:t>
            </a:r>
          </a:p>
          <a:p>
            <a:pPr lvl="3"/>
            <a:r>
              <a:rPr lang="en-US" sz="1800" dirty="0"/>
              <a:t>Average Yield: Ratio of production to area (efficiency measure).</a:t>
            </a:r>
          </a:p>
          <a:p>
            <a:pPr lvl="3"/>
            <a:r>
              <a:rPr lang="en-US" sz="1800" dirty="0"/>
              <a:t>Top Performing Crop: Crop with maximum total production.</a:t>
            </a:r>
          </a:p>
          <a:p>
            <a:pPr lvl="3"/>
            <a:r>
              <a:rPr lang="en-US" sz="1800" dirty="0"/>
              <a:t>Highest Producing State: State leading in total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561975"/>
            <a:ext cx="6571343" cy="647700"/>
          </a:xfrm>
        </p:spPr>
        <p:txBody>
          <a:bodyPr/>
          <a:lstStyle/>
          <a:p>
            <a:r>
              <a:rPr lang="en-IN" dirty="0"/>
              <a:t>         </a:t>
            </a:r>
            <a:r>
              <a:rPr dirty="0"/>
              <a:t>Data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124"/>
            <a:ext cx="8229600" cy="4453170"/>
          </a:xfrm>
        </p:spPr>
        <p:txBody>
          <a:bodyPr wrap="square"/>
          <a:lstStyle/>
          <a:p>
            <a:endParaRPr lang="en-IN" dirty="0"/>
          </a:p>
          <a:p>
            <a:endParaRPr dirty="0"/>
          </a:p>
          <a:p>
            <a:pPr marL="1371600" lvl="3" indent="0">
              <a:buNone/>
            </a:pPr>
            <a:endParaRPr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AC579C-23F7-488B-9276-23D8FB034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343025"/>
            <a:ext cx="8001000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Step 1: Data Understanding &amp; Cleaning.</a:t>
            </a:r>
          </a:p>
          <a:p>
            <a:r>
              <a:t>Step 2: Exploratory Data Analysis (EDA).</a:t>
            </a:r>
          </a:p>
          <a:p>
            <a:r>
              <a:t>Step 3: Dashboard Development in Power BI.</a:t>
            </a:r>
          </a:p>
          <a:p>
            <a:r>
              <a:t>Step 4: Insights &amp;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Thank you for your attention!</a:t>
            </a:r>
          </a:p>
          <a:p>
            <a:r>
              <a:rPr dirty="0"/>
              <a:t>Questions or feedback are welcome.</a:t>
            </a:r>
          </a:p>
          <a:p>
            <a:r>
              <a:rPr dirty="0"/>
              <a:t>Presented by </a:t>
            </a:r>
            <a:r>
              <a:rPr lang="en-IN" dirty="0"/>
              <a:t>Ankamma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71</TotalTime>
  <Words>262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Exhaustive Analysis of Indian Agriculture Sector Using Power BI</vt:lpstr>
      <vt:lpstr>Content</vt:lpstr>
      <vt:lpstr>             Introduction</vt:lpstr>
      <vt:lpstr>             Objectives</vt:lpstr>
      <vt:lpstr>Key Performance Indicators       </vt:lpstr>
      <vt:lpstr>         Data Dictionary</vt:lpstr>
      <vt:lpstr>Project Roadmap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Exhaustive Analysis of Indian Agriculture Sector Using Power BI</dc:title>
  <dc:subject/>
  <dc:creator/>
  <cp:keywords/>
  <dc:description>generated using python-pptx</dc:description>
  <cp:lastModifiedBy>Bellamkonda</cp:lastModifiedBy>
  <cp:revision>9</cp:revision>
  <dcterms:created xsi:type="dcterms:W3CDTF">2013-01-27T09:14:16Z</dcterms:created>
  <dcterms:modified xsi:type="dcterms:W3CDTF">2025-11-14T15:25:11Z</dcterms:modified>
  <cp:category/>
</cp:coreProperties>
</file>